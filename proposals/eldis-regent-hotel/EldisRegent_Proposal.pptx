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제안 목적 한 줄: 매트리스를 '사는 것'이 아니라 '관리되는 상태로 쓰는 것'을 제안드립니다.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객실 수는 사이트마다 110~187실로 다르게 표기됨. 현장 실사 때 반드시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질문으로 시작: '현재 매트리스 교체 주기와 관리 방법이 어떻게 되시나요?' — 답변을 듣고 해당 카드를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케어 주기·정기 보고 양식은 계약 조건에 따라 협의. 현장에서 약속하지 말고 견적서에 명시할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B(파일럿)로 문턱을 낮추고, 결과가 좋으면 C로 확대하는 흐름. A는 결정이 어려운 경우의 대안으로만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일정은 호텔 비수기·객실 점유율에 맞춰 조정 가능. 효과 수치는 약속하지 않고, 측정 방법만 합의.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마무리: 실사 날짜를 그 자리에서 잡는 것이 목표. 즉시 결정이 어려우면 소개 가능한 인근 숙박업체 문의로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1234440"/>
            <a:ext cx="4023360" cy="4023360"/>
          </a:xfrm>
          <a:prstGeom prst="ellipse">
            <a:avLst/>
          </a:prstGeom>
          <a:solidFill>
            <a:srgbClr val="2438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286000"/>
            <a:ext cx="1920240" cy="1920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PROPOSAL  ·  2026.10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737360"/>
            <a:ext cx="7132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엘디스리젠트호텔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객실 매트리스 위생·케어 제안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8404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4성급 호텔의 '청결 평판'을 지키는 법인 전용 매트리스 + 정기 케어 솔루션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1206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제안: 청호나이스 대구홈케어지사 (케어마스터)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엘디스리젠트호텔 (대구 중구 동산동 360)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호텔 현황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본 엘디스리젠트호텔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4성급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본관(유럽형 비즈니스)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신관(메디텔)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4992" y="17373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EEF2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110실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예약사이트 기준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(정확한 객실 수는 실사 확인)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1344" y="17373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EEF2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9944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6,825건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아고다 이용후기 수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 8.3 / 10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97696" y="17373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EEF2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26296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 / 5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야놀자 평점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(후기 752건)</a:t>
            </a:r>
            <a:endParaRPr lang="en-US" sz="1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502920" cy="5029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34440" y="41330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동산의료원 인접 · 의료관광 메디텔 구조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45720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보호자·장기 투숙 고객 비중이 높은 입지 → 일반 관광호텔보다 침구 위생에 대한 기대치가 높습니다.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후기가 많이 쌓이는 호텔인 만큼, '청결·침대' 한 줄 평가를 다음 예약 고객이 그대로 읽게 됩니다.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한실(온돌) 스위트는 매트리스 대상에서 제외, 침대 객실 중심으로 검토합니다.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호텔 공식 홈페이지, 아고다·야놀자·구글 호텔 정보(2026.09 조회). 평점·후기 수는 조회 시점에 따라 변동.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청호나이스 대구홈케어지사  |  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과제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매트리스는 '보이지 않는 곳'에서 평판을 깎습니다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822960" cy="82296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042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075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위생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560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시트·커버는 투숙객마다 바뀌지만, 매트리스 내부의 땀·각질·먼지는 바뀌지 않고 쌓입니다.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103120"/>
            <a:ext cx="822960" cy="82296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3042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2075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꺼짐·변형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560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다수가 번갈아 쓰는 객실 매트리스는 가장자리부터 꺼져 '침대가 불편하다' 후기로 이어집니다.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822960" cy="82296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45312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74520" y="42245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 비용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874520" y="4709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객실 일괄 교체는 목돈이 들고, 교체 시점을 놓치면 품질 편차가 생깁니다.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51960"/>
            <a:ext cx="822960" cy="82296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45312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0" y="42245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0" y="4709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사람이 머무는 숙박시설일수록 침구 소재의 화재 안전성이 중요합니다.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청호나이스 대구홈케어지사  |  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솔루션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청호나이스 법인 전용 '클린핏(CLEAN FIT)' + 정기 케어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· 클린핏 매트리스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2560320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542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난연 기능 강화 원단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8712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위험에 대비한 다중이용시설용 설계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41071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5478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33924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항균·소취 스마트셀 소재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3721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오코텍스 스탠다드 100 인증 소재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68680" y="4261104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398264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2428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포켓스프링 + 고탄성 하드폼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4572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체형의 투숙객을 안정적으로 지지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68680" y="5111496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248656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45920" y="5093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 보강 폼케이스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645920" y="5422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가장자리 꺼짐을 줄여 모서리 내구성 강화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858000" y="1737360"/>
            <a:ext cx="4782312" cy="4343400"/>
          </a:xfrm>
          <a:prstGeom prst="roundRect">
            <a:avLst>
              <a:gd name="adj" fmla="val 2526"/>
            </a:avLst>
          </a:prstGeom>
          <a:solidFill>
            <a:srgbClr val="1B2A4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011680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78040" y="26974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· 케어마스터 정기 케어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7178040" y="324612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이수 케어마스터 직접 방문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청호나이스 7단계 위생 케어 적용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객실 점검 결과 담당자 공유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공실 시간대 위주로 일정 협의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7178040" y="5577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사양 출처: 청호나이스 클린핏 출시 보도(한국경제·지디넷코리아, 2025.09.30)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청호나이스 대구홈케어지사  |  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도입 방식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 없이 시작하는 3가지 선택지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47872" cy="3749040"/>
          </a:xfrm>
          <a:prstGeom prst="roundRect">
            <a:avLst>
              <a:gd name="adj" fmla="val 3093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C9A4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케어 서비스만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0156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매트리스 유지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비용 최소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매트리스 상태 점검 겸용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꺼진 매트리스는 해결 불가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5112" y="1783080"/>
            <a:ext cx="3547872" cy="3749040"/>
          </a:xfrm>
          <a:prstGeom prst="roundRect">
            <a:avLst>
              <a:gd name="adj" fmla="val 3093"/>
            </a:avLst>
          </a:prstGeom>
          <a:solidFill>
            <a:srgbClr val="1B2A4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057400"/>
            <a:ext cx="640080" cy="640080"/>
          </a:xfrm>
          <a:prstGeom prst="ellipse">
            <a:avLst/>
          </a:prstGeom>
          <a:solidFill>
            <a:srgbClr val="C9A4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638544" y="2176272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C9A4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38544" y="217627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292608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도입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340156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 층 또는 약 10실, 3개월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3977640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투숙객 반응으로 검증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하우스키핑 의견 수렴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보고 후 확대 여부 결정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01584" y="1783080"/>
            <a:ext cx="3547872" cy="3749040"/>
          </a:xfrm>
          <a:prstGeom prst="roundRect">
            <a:avLst>
              <a:gd name="adj" fmla="val 3093"/>
            </a:avLst>
          </a:prstGeom>
          <a:solidFill>
            <a:srgbClr val="EEF2F7"/>
          </a:solidFill>
          <a:ln/>
        </p:spPr>
      </p:sp>
      <p:sp>
        <p:nvSpPr>
          <p:cNvPr id="19" name="Shape 17"/>
          <p:cNvSpPr/>
          <p:nvPr/>
        </p:nvSpPr>
        <p:spPr>
          <a:xfrm>
            <a:off x="8375904" y="2057400"/>
            <a:ext cx="640080" cy="640080"/>
          </a:xfrm>
          <a:prstGeom prst="ellipse">
            <a:avLst/>
          </a:prstGeom>
          <a:solidFill>
            <a:srgbClr val="C9A4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7590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292608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객실 도입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8375904" y="340156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클린핏 렌탈 + 정기 케어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75904" y="3977640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객실 품질 편차 해소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대신 월 렌탈로 비용 분산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비수기 순차 교체로 영업 영향 최소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60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렌탈료·케어 주기는 실사 후 객실 수·매트리스 규격 기준으로 정식 견적서에 명시합니다.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청호나이스 대구홈케어지사  |  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실행 계획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실사부터 확대 결정까지, 약 4개월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2468880"/>
            <a:ext cx="9034272" cy="0"/>
          </a:xfrm>
          <a:prstGeom prst="line">
            <a:avLst/>
          </a:prstGeom>
          <a:noFill/>
          <a:ln w="25400">
            <a:solidFill>
              <a:srgbClr val="D6D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640080" cy="64008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실사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3611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객실 수·침대 규격·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매트리스 상태 확인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35808" y="2148840"/>
            <a:ext cx="640080" cy="64008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358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350008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350008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견적·파일럿 계약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350008" y="3611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객실과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케어 주기 확정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94376" y="2148840"/>
            <a:ext cx="640080" cy="64008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9437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08576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08576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설치·첫 케어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08576" y="3611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공실 시간대에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 교체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52944" y="2148840"/>
            <a:ext cx="640080" cy="64008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52944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67144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~3개월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67144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운영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67144" y="3611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후기·하우스키핑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 기록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811512" y="2148840"/>
            <a:ext cx="640080" cy="640080"/>
          </a:xfrm>
          <a:prstGeom prst="ellipse">
            <a:avLst/>
          </a:prstGeom>
          <a:solidFill>
            <a:srgbClr val="C9A4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1151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125712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125712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보고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125712" y="3611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객실 확대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여부 결정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43484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파일럿에서 함께 확인할 지표</a:t>
            </a:r>
            <a:endParaRPr lang="en-US" sz="16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166360"/>
            <a:ext cx="411480" cy="41148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463040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 키워드</a:t>
            </a:r>
            <a:endParaRPr lang="en-US" sz="1450" dirty="0"/>
          </a:p>
        </p:txBody>
      </p:sp>
      <p:sp>
        <p:nvSpPr>
          <p:cNvPr id="34" name="Text 31"/>
          <p:cNvSpPr txBox="1"/>
          <p:nvPr/>
        </p:nvSpPr>
        <p:spPr>
          <a:xfrm>
            <a:off x="1463040" y="5468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'청결·침대·잠' 언급 변화</a:t>
            </a:r>
            <a:endParaRPr lang="en-US" sz="125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516636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5074920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하우스키핑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5074920" y="5468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객실 정비 시 불편 사항</a:t>
            </a:r>
            <a:endParaRPr lang="en-US" sz="125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166360"/>
            <a:ext cx="411480" cy="41148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686800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컴플레인</a:t>
            </a:r>
            <a:endParaRPr lang="en-US" sz="1450" dirty="0"/>
          </a:p>
        </p:txBody>
      </p:sp>
      <p:sp>
        <p:nvSpPr>
          <p:cNvPr id="40" name="Text 35"/>
          <p:cNvSpPr txBox="1"/>
          <p:nvPr/>
        </p:nvSpPr>
        <p:spPr>
          <a:xfrm>
            <a:off x="8686800" y="5468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침구 관련 민원 건수</a:t>
            </a:r>
            <a:endParaRPr lang="en-US" sz="1250" dirty="0"/>
          </a:p>
        </p:txBody>
      </p:sp>
      <p:sp>
        <p:nvSpPr>
          <p:cNvPr id="41" name="Text 3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청호나이스 대구홈케어지사  |  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 현장 실사로 시작하겠습니다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24385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788920"/>
            <a:ext cx="731520" cy="731520"/>
          </a:xfrm>
          <a:prstGeom prst="ellipse">
            <a:avLst/>
          </a:prstGeom>
          <a:solidFill>
            <a:srgbClr val="C9A4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971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 일정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114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호텔 편하신 날짜·시간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공실 2~3개 확인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25146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24385A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788920"/>
            <a:ext cx="731520" cy="731520"/>
          </a:xfrm>
          <a:prstGeom prst="ellipse">
            <a:avLst/>
          </a:prstGeom>
          <a:solidFill>
            <a:srgbClr val="C9A4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971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객실 정보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4114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객실 타입별 수량과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침대·매트리스 규격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25146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24385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2788920"/>
            <a:ext cx="731520" cy="731520"/>
          </a:xfrm>
          <a:prstGeom prst="ellipse">
            <a:avLst/>
          </a:prstGeom>
          <a:solidFill>
            <a:srgbClr val="C9A4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9718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지정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4114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시설/객실 관리 담당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1분과 소통 창구 일원화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 후 1주 이내 객실별 정식 견적서와 파일럿 계획서를 전달드립니다.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청호나이스 대구홈케어지사 · 케어마스터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청호나이스 대구홈케어지사  |  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청호나이스 대구홈케어지사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엘디스리젠트호텔 객실 매트리스 위생 케어 제안서</dc:title>
  <dc:subject>PptxGenJS Presentation</dc:subject>
  <dc:creator>PptxGenJS</dc:creator>
  <cp:lastModifiedBy>PptxGenJS</cp:lastModifiedBy>
  <cp:revision>1</cp:revision>
  <dcterms:created xsi:type="dcterms:W3CDTF">2026-09-28T01:14:23Z</dcterms:created>
  <dcterms:modified xsi:type="dcterms:W3CDTF">2026-09-28T01:14:23Z</dcterms:modified>
</cp:coreProperties>
</file>